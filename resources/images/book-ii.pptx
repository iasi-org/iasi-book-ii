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2D6"/>
    <a:srgbClr val="F5F1E8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15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9197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4309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4155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408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289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7565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2034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4381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234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4149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018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6AD1D-6540-49AE-B741-26C11561358B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8316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5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C918BF21-0F04-45DA-8A16-807B2A73D7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663240"/>
            <a:ext cx="4563835" cy="570276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D312880-8107-4038-BF0F-51D5FD827E1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63806" cy="14400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52F9DACC-2E7F-4BD2-8783-4768FCA4D662}"/>
              </a:ext>
            </a:extLst>
          </p:cNvPr>
          <p:cNvSpPr/>
          <p:nvPr/>
        </p:nvSpPr>
        <p:spPr>
          <a:xfrm>
            <a:off x="0" y="9499002"/>
            <a:ext cx="6858000" cy="4069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dirty="0">
                <a:latin typeface="Garamond" panose="02020404030301010803" pitchFamily="18" charset="0"/>
              </a:rPr>
              <a:t>Javier G. Grandez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F1A93F6-48DA-808C-F9D5-04CA89217AB0}"/>
              </a:ext>
            </a:extLst>
          </p:cNvPr>
          <p:cNvSpPr txBox="1"/>
          <p:nvPr/>
        </p:nvSpPr>
        <p:spPr>
          <a:xfrm>
            <a:off x="691147" y="2395317"/>
            <a:ext cx="572464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4000" b="1" i="1" dirty="0">
                <a:solidFill>
                  <a:schemeClr val="accent5">
                    <a:lumMod val="50000"/>
                  </a:schemeClr>
                </a:solidFill>
                <a:latin typeface="Garamond" panose="02020404030301010803" pitchFamily="18" charset="0"/>
              </a:rPr>
              <a:t>Ingeniería Aumentada </a:t>
            </a:r>
          </a:p>
          <a:p>
            <a:pPr algn="ctr"/>
            <a:r>
              <a:rPr lang="es-ES" sz="4000" b="1" i="1" dirty="0">
                <a:solidFill>
                  <a:schemeClr val="accent5">
                    <a:lumMod val="50000"/>
                  </a:schemeClr>
                </a:solidFill>
                <a:latin typeface="Garamond" panose="02020404030301010803" pitchFamily="18" charset="0"/>
              </a:rPr>
              <a:t>con Sistemas Inteligentes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759BAC8-1AA8-B933-16AA-BF2A7F982989}"/>
              </a:ext>
            </a:extLst>
          </p:cNvPr>
          <p:cNvSpPr txBox="1"/>
          <p:nvPr/>
        </p:nvSpPr>
        <p:spPr>
          <a:xfrm>
            <a:off x="1768471" y="3851759"/>
            <a:ext cx="30219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Volumen II </a:t>
            </a:r>
            <a:endParaRPr lang="es-ES" dirty="0">
              <a:solidFill>
                <a:schemeClr val="accent5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pPr algn="ctr"/>
            <a:endParaRPr lang="es-ES" dirty="0">
              <a:solidFill>
                <a:schemeClr val="accent5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pPr algn="ctr"/>
            <a:r>
              <a:rPr lang="es-E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De la experiencia al Método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7AB4F34-27A8-C2BA-FEC2-955A482C2141}"/>
              </a:ext>
            </a:extLst>
          </p:cNvPr>
          <p:cNvSpPr txBox="1"/>
          <p:nvPr/>
        </p:nvSpPr>
        <p:spPr>
          <a:xfrm>
            <a:off x="5538377" y="9548611"/>
            <a:ext cx="1319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400" dirty="0">
                <a:solidFill>
                  <a:schemeClr val="bg1"/>
                </a:solidFill>
                <a:latin typeface="Garamond" panose="02020404030301010803" pitchFamily="18" charset="0"/>
              </a:rPr>
              <a:t>v1.0 -2026</a:t>
            </a:r>
          </a:p>
        </p:txBody>
      </p:sp>
    </p:spTree>
    <p:extLst>
      <p:ext uri="{BB962C8B-B14F-4D97-AF65-F5344CB8AC3E}">
        <p14:creationId xmlns:p14="http://schemas.microsoft.com/office/powerpoint/2010/main" val="17861873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</TotalTime>
  <Words>19</Words>
  <Application>Microsoft Office PowerPoint</Application>
  <PresentationFormat>A4 (210 x 297 mm)</PresentationFormat>
  <Paragraphs>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Garamond</vt:lpstr>
      <vt:lpstr>Georgia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 Grandez</dc:creator>
  <cp:lastModifiedBy>Javier Grandez</cp:lastModifiedBy>
  <cp:revision>11</cp:revision>
  <dcterms:created xsi:type="dcterms:W3CDTF">2026-08-04T09:32:34Z</dcterms:created>
  <dcterms:modified xsi:type="dcterms:W3CDTF">2026-09-09T11:57:04Z</dcterms:modified>
</cp:coreProperties>
</file>